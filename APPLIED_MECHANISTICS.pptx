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4B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F9D3-F062-2385-65FC-D054DDBE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9F89A-0165-93C1-ABC9-1F3775C67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97131-7220-4DD6-08E5-3D821D1A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7346-8DC7-4619-E8E2-198D6F51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1406-913C-42CF-DAE1-6182171E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2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4A14-CCB4-C475-FE36-2F6785AE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C0D1B-D97F-2CB3-6CC3-1CBF945D2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C233-1C82-917D-C75E-5E149947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0B314-461F-1F39-6A6E-2E19F4B2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94F09-264D-A313-9930-FD78D8D2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6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CABB-D7E4-B373-2FB0-67672F32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1ADFE-06DB-EF5B-C58C-E7EA5AD0E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70229-BD33-6329-1C81-5B419B32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88F8-F1CC-DFA4-0EFB-56200A07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1AD39-96DC-80C3-0FFE-96522182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6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0572-FF25-67A6-1C40-9B63B90A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A9BF9-4F40-88B6-35D0-BEC87A34E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FB6BD-9304-B473-5D47-E314D5DD4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676FC-B67D-0A93-AF17-11150E75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0F7F3-EFEB-22A2-2A36-7F2A1015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41DB0-94B5-DD9F-44C1-96E3E45D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5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8CDC-5E4F-508F-DD03-56426C2D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D0AB2-5FCD-B956-8949-16C0429BA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FA7D1-CAF9-0FF6-C11D-0A817DE3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4FD3FB-BD13-FD79-C7EB-406E495F3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C5607-624D-D627-909A-D73B5F30D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07C93-FC04-59A9-A735-F815A09C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5F4BF-7F3A-890A-7E3F-74322C94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46500-389A-1000-AFB5-D6BD7B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3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1852-2B8B-0A80-FE0C-93CDA9F1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F1B34-A5C1-44F3-786E-927EEB34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184AD-90F0-EA54-2A50-B34CCC09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22CD2-01A1-DFC2-E1EF-882DDF65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5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854C5-1578-D89E-42FC-D0F99898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7D787-BEDA-67FF-286C-3B75AB56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8F56B-CFAA-B202-B1F0-C6EEC97C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0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E446-A8FF-8BCA-FD59-BAF38675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1007-F037-C9EC-FEA4-6814801B7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E023C-4C9A-CD62-3D5E-2DFBDD15C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4A949-341F-C0C3-0BEC-65DD2943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D9777-E740-D524-8D70-6A7BA7DC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B9010-5160-CBCD-555D-32677A71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5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6F44-5576-72C8-46C0-52C082A0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27604-A531-B8E6-F349-DC4714A88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92932-909E-C423-1DE1-27F4E33A0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64AF6-6531-1A86-595F-15B9F200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F1554-7B5C-7DFD-6411-A4FEA001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CB49-5473-B37C-9612-D6612F1E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0FD4-527F-4035-4AAF-B221D183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DFBED-BF60-FDB3-E0FC-3100B1C76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F8F3-360B-32E8-9EB2-1ABE2E19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FAFC-9B5A-C394-D6E0-3FA36884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DC1E3-6F36-3256-8D4C-656BC91D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8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EF651E-A104-7F4A-E0D5-495938DC2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5F07B-FDF6-C298-B6E2-DF28168A6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8591D-3F35-E59E-25B1-8042F968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5BDD6-A47B-3B7C-1EB2-D33D39DB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E5416-1556-5AF6-A4A6-F7452638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2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88BC1-5EFF-8EBC-867C-F37A899F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16478-7B65-EBEB-4431-AE621BA64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EC4D9-7379-B386-CAB2-4ADA6B76B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5EEC1-906B-BC47-B374-64750BF26E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4646F-3AC6-B879-5066-650F3F2D5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02651-1F4E-2017-C4B1-EAA42ACE0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7A7FD-4719-9245-A401-93E14F162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55CC-045D-D8CC-40C3-D87C2E95E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APPLIED MECHANISTICS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578-B2B9-F089-7B0D-3E38FBA5C7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AI-Powered CAD Design Pipeline</a:t>
            </a:r>
          </a:p>
        </p:txBody>
      </p:sp>
    </p:spTree>
    <p:extLst>
      <p:ext uri="{BB962C8B-B14F-4D97-AF65-F5344CB8AC3E}">
        <p14:creationId xmlns:p14="http://schemas.microsoft.com/office/powerpoint/2010/main" val="194117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F64B-DB26-AFBA-7197-BE6CC6A7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31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High Level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A5F4A5-9B4A-9647-0490-1676090EF224}"/>
              </a:ext>
            </a:extLst>
          </p:cNvPr>
          <p:cNvSpPr/>
          <p:nvPr/>
        </p:nvSpPr>
        <p:spPr>
          <a:xfrm>
            <a:off x="838200" y="1983718"/>
            <a:ext cx="1610710" cy="945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A9C7C-D124-B066-45F4-01EC70A3B107}"/>
              </a:ext>
            </a:extLst>
          </p:cNvPr>
          <p:cNvSpPr/>
          <p:nvPr/>
        </p:nvSpPr>
        <p:spPr>
          <a:xfrm>
            <a:off x="3019097" y="1983718"/>
            <a:ext cx="1610710" cy="9459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VLM Generates Python Code for Mesh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120B23-66D1-67B5-1DC7-31AE55C13E69}"/>
              </a:ext>
            </a:extLst>
          </p:cNvPr>
          <p:cNvSpPr/>
          <p:nvPr/>
        </p:nvSpPr>
        <p:spPr>
          <a:xfrm>
            <a:off x="5199994" y="1983718"/>
            <a:ext cx="1610710" cy="9459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Mesh is displayed to user and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6FDF47-4CEA-C16C-7F63-E34ED7C98A17}"/>
              </a:ext>
            </a:extLst>
          </p:cNvPr>
          <p:cNvSpPr/>
          <p:nvPr/>
        </p:nvSpPr>
        <p:spPr>
          <a:xfrm>
            <a:off x="7380891" y="1983718"/>
            <a:ext cx="1610710" cy="945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Mesh Correct?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F9018-7562-9403-ABA6-7710EE8A3ABE}"/>
              </a:ext>
            </a:extLst>
          </p:cNvPr>
          <p:cNvSpPr/>
          <p:nvPr/>
        </p:nvSpPr>
        <p:spPr>
          <a:xfrm>
            <a:off x="9561788" y="1983718"/>
            <a:ext cx="1610710" cy="945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 as .</a:t>
            </a:r>
            <a:r>
              <a:rPr lang="en-US" dirty="0" err="1"/>
              <a:t>stl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B8C793-88CA-CCF0-5C23-F42ACCA8CB0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448910" y="2456684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C5884A-8BC0-E12A-EA31-7BBFF71D367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629807" y="2456684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8D067D-BC06-A6BD-CC7B-A079CE14BFA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10704" y="2456684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1F1549-644C-5C53-3E28-65AB6F027F1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991601" y="2456684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99CA7D5D-9B34-E0E0-3014-4FCAE27B50B5}"/>
              </a:ext>
            </a:extLst>
          </p:cNvPr>
          <p:cNvCxnSpPr>
            <a:cxnSpLocks/>
            <a:stCxn id="7" idx="2"/>
            <a:endCxn id="5" idx="2"/>
          </p:cNvCxnSpPr>
          <p:nvPr/>
        </p:nvCxnSpPr>
        <p:spPr>
          <a:xfrm rot="5400000">
            <a:off x="6005349" y="748753"/>
            <a:ext cx="12700" cy="4361794"/>
          </a:xfrm>
          <a:prstGeom prst="bentConnector3">
            <a:avLst>
              <a:gd name="adj1" fmla="val 30413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0D09775-7733-E46B-A05E-78F98A019D96}"/>
              </a:ext>
            </a:extLst>
          </p:cNvPr>
          <p:cNvSpPr txBox="1"/>
          <p:nvPr/>
        </p:nvSpPr>
        <p:spPr>
          <a:xfrm>
            <a:off x="8192596" y="3059668"/>
            <a:ext cx="53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6C50BF-4145-D9A0-B7FA-A4B302705F7B}"/>
              </a:ext>
            </a:extLst>
          </p:cNvPr>
          <p:cNvSpPr txBox="1"/>
          <p:nvPr/>
        </p:nvSpPr>
        <p:spPr>
          <a:xfrm>
            <a:off x="9096196" y="2210463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CFB05B-61C9-F87B-DC5B-6EE5BAF0B97F}"/>
              </a:ext>
            </a:extLst>
          </p:cNvPr>
          <p:cNvSpPr/>
          <p:nvPr/>
        </p:nvSpPr>
        <p:spPr>
          <a:xfrm>
            <a:off x="838200" y="4429892"/>
            <a:ext cx="1610710" cy="9459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Tool Call to Slicer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E47BD2-69B7-3E69-C40C-93B732529ABA}"/>
              </a:ext>
            </a:extLst>
          </p:cNvPr>
          <p:cNvSpPr/>
          <p:nvPr/>
        </p:nvSpPr>
        <p:spPr>
          <a:xfrm>
            <a:off x="3019097" y="4429892"/>
            <a:ext cx="1610710" cy="9459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Tool Call to </a:t>
            </a:r>
            <a:r>
              <a:rPr lang="en-US" dirty="0" err="1"/>
              <a:t>OctoPi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51DE27-B1B6-482B-B3B8-41C4748A26C9}"/>
              </a:ext>
            </a:extLst>
          </p:cNvPr>
          <p:cNvSpPr/>
          <p:nvPr/>
        </p:nvSpPr>
        <p:spPr>
          <a:xfrm>
            <a:off x="5199994" y="4429892"/>
            <a:ext cx="1610710" cy="9459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Printed Product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3ACF2C-E32A-AA3F-ED07-EFC369E76691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2448910" y="4902858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C6D478-6B9C-53B8-CDB1-E473DCBBE3EA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4629807" y="4902858"/>
            <a:ext cx="57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D091FBA3-FCA3-1842-EB86-E5467FC7D44D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 rot="5400000">
            <a:off x="5255228" y="-682023"/>
            <a:ext cx="1500242" cy="8723588"/>
          </a:xfrm>
          <a:prstGeom prst="curvedConnector3">
            <a:avLst>
              <a:gd name="adj1" fmla="val 6050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0F7876-0B3E-B3BC-D4D3-B617080F85EC}"/>
              </a:ext>
            </a:extLst>
          </p:cNvPr>
          <p:cNvSpPr txBox="1"/>
          <p:nvPr/>
        </p:nvSpPr>
        <p:spPr>
          <a:xfrm>
            <a:off x="5290645" y="1432895"/>
            <a:ext cx="161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CAD Pipeline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56AC4D-A864-6E23-0C94-EFC95D4F7150}"/>
              </a:ext>
            </a:extLst>
          </p:cNvPr>
          <p:cNvSpPr txBox="1"/>
          <p:nvPr/>
        </p:nvSpPr>
        <p:spPr>
          <a:xfrm>
            <a:off x="5290645" y="3931479"/>
            <a:ext cx="161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FD3FD-78F5-F67A-286C-8D019C98191E}"/>
              </a:ext>
            </a:extLst>
          </p:cNvPr>
          <p:cNvSpPr txBox="1"/>
          <p:nvPr/>
        </p:nvSpPr>
        <p:spPr>
          <a:xfrm>
            <a:off x="3983420" y="6043449"/>
            <a:ext cx="4225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VLM will be used instead of LLM because multimodality is essential</a:t>
            </a:r>
          </a:p>
        </p:txBody>
      </p:sp>
    </p:spTree>
    <p:extLst>
      <p:ext uri="{BB962C8B-B14F-4D97-AF65-F5344CB8AC3E}">
        <p14:creationId xmlns:p14="http://schemas.microsoft.com/office/powerpoint/2010/main" val="71401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0E9F-2CF8-36A9-4BC7-49C907FC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335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Python Mesh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A3C1-FEF2-47BE-F163-0B84C9D43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35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LLMs are very good at generating python code. Python code can be used to generate meshes. </a:t>
            </a:r>
          </a:p>
          <a:p>
            <a:r>
              <a:rPr lang="en-US" sz="2000" dirty="0"/>
              <a:t>Though LLMs (specifically </a:t>
            </a:r>
            <a:r>
              <a:rPr lang="en-US" sz="2000" dirty="0" err="1"/>
              <a:t>CoT</a:t>
            </a:r>
            <a:r>
              <a:rPr lang="en-US" sz="2000" dirty="0"/>
              <a:t> Models) are very good at python code, their abilities in creating one-shot 3D models are often limited</a:t>
            </a:r>
          </a:p>
          <a:p>
            <a:r>
              <a:rPr lang="en-US" sz="2000" dirty="0"/>
              <a:t>Solution: Force LLM to take multiple passes until part is rendered correctly</a:t>
            </a:r>
          </a:p>
          <a:p>
            <a:pPr lvl="1"/>
            <a:r>
              <a:rPr lang="en-US" sz="1600" dirty="0"/>
              <a:t>On each pass, we generate a rendering of the part</a:t>
            </a:r>
          </a:p>
          <a:p>
            <a:pPr lvl="1"/>
            <a:r>
              <a:rPr lang="en-US" sz="1600" dirty="0"/>
              <a:t>This rendering is fed back into the LLM</a:t>
            </a:r>
          </a:p>
          <a:p>
            <a:pPr lvl="1"/>
            <a:r>
              <a:rPr lang="en-US" sz="1600" dirty="0"/>
              <a:t>The LLM makes corrections to the part using feedback until it is correct</a:t>
            </a:r>
            <a:endParaRPr lang="en-US" sz="1200" dirty="0"/>
          </a:p>
          <a:p>
            <a:r>
              <a:rPr lang="en-US" sz="2000" dirty="0"/>
              <a:t>Model must support </a:t>
            </a:r>
            <a:r>
              <a:rPr lang="en-US" sz="2000" dirty="0" err="1"/>
              <a:t>CoT</a:t>
            </a:r>
            <a:r>
              <a:rPr lang="en-US" sz="2000" dirty="0"/>
              <a:t> and image handling.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EE795D-432D-031E-BECA-FAA4D5B5AF86}"/>
              </a:ext>
            </a:extLst>
          </p:cNvPr>
          <p:cNvSpPr/>
          <p:nvPr/>
        </p:nvSpPr>
        <p:spPr>
          <a:xfrm>
            <a:off x="199697" y="419046"/>
            <a:ext cx="533400" cy="5255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A7FDC-E704-989A-E152-ED22E25424FA}"/>
              </a:ext>
            </a:extLst>
          </p:cNvPr>
          <p:cNvSpPr txBox="1"/>
          <p:nvPr/>
        </p:nvSpPr>
        <p:spPr>
          <a:xfrm>
            <a:off x="199697" y="6269677"/>
            <a:ext cx="2459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CoT</a:t>
            </a:r>
            <a:r>
              <a:rPr lang="en-US" sz="1600" dirty="0"/>
              <a:t>: Chain of Thought</a:t>
            </a:r>
          </a:p>
        </p:txBody>
      </p:sp>
    </p:spTree>
    <p:extLst>
      <p:ext uri="{BB962C8B-B14F-4D97-AF65-F5344CB8AC3E}">
        <p14:creationId xmlns:p14="http://schemas.microsoft.com/office/powerpoint/2010/main" val="145698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7603-32A2-747F-8A2C-93370191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2BF3-2C50-3F99-0B96-A90EEACE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335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Mesh Rendering and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18CA6-507A-920D-DDF5-4E3F7727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35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Use </a:t>
            </a:r>
            <a:r>
              <a:rPr lang="en-US" sz="2000" dirty="0" err="1"/>
              <a:t>Trimesh</a:t>
            </a:r>
            <a:r>
              <a:rPr lang="en-US" sz="2000" dirty="0"/>
              <a:t> to create rendering of AI generated part at the end of each pass</a:t>
            </a:r>
          </a:p>
          <a:p>
            <a:r>
              <a:rPr lang="en-US" sz="2000" dirty="0"/>
              <a:t>Export multi-view detailed drawing of part* in LLM ingestible format</a:t>
            </a:r>
          </a:p>
          <a:p>
            <a:pPr lvl="1"/>
            <a:r>
              <a:rPr lang="en-US" sz="1600" dirty="0"/>
              <a:t>Include last pass object code, initial user specs, and detailed drawing in the prompt</a:t>
            </a:r>
          </a:p>
          <a:p>
            <a:r>
              <a:rPr lang="en-US" sz="2000" dirty="0"/>
              <a:t>LLM should converge on correct design</a:t>
            </a:r>
          </a:p>
          <a:p>
            <a:r>
              <a:rPr lang="en-US" sz="2000" dirty="0"/>
              <a:t>Once LLM determines initial user specs and created part match, move 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0ECF3B-7FBE-1C31-EE74-172DDD8029EC}"/>
              </a:ext>
            </a:extLst>
          </p:cNvPr>
          <p:cNvSpPr/>
          <p:nvPr/>
        </p:nvSpPr>
        <p:spPr>
          <a:xfrm>
            <a:off x="199697" y="419046"/>
            <a:ext cx="533400" cy="52551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52708-F612-EB04-5B2D-A27A4E22E0F3}"/>
              </a:ext>
            </a:extLst>
          </p:cNvPr>
          <p:cNvSpPr txBox="1"/>
          <p:nvPr/>
        </p:nvSpPr>
        <p:spPr>
          <a:xfrm>
            <a:off x="199697" y="6269677"/>
            <a:ext cx="2459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*Experimental</a:t>
            </a:r>
          </a:p>
        </p:txBody>
      </p:sp>
    </p:spTree>
    <p:extLst>
      <p:ext uri="{BB962C8B-B14F-4D97-AF65-F5344CB8AC3E}">
        <p14:creationId xmlns:p14="http://schemas.microsoft.com/office/powerpoint/2010/main" val="3239836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233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APPLIED MECHANISTICS</vt:lpstr>
      <vt:lpstr>High Level Overview</vt:lpstr>
      <vt:lpstr>Python Mesh Generation</vt:lpstr>
      <vt:lpstr>Mesh Rendering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Jackson</dc:creator>
  <cp:lastModifiedBy>Arthur Jackson</cp:lastModifiedBy>
  <cp:revision>7</cp:revision>
  <dcterms:created xsi:type="dcterms:W3CDTF">2026-04-23T14:11:22Z</dcterms:created>
  <dcterms:modified xsi:type="dcterms:W3CDTF">2026-04-23T14:47:12Z</dcterms:modified>
</cp:coreProperties>
</file>